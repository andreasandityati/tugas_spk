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2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PENDUKUNG KEPUTUSAN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Pemilihan Lokasi Usaha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Cabang Baru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Analytic Hierarchy Process (AHP)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Technique for Order Preference by Similarity to Ideal Solution (TOPSIS)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Andreas Anditya </a:t>
            </a:r>
            <a:r>
              <a:rPr lang="en-US" sz="1400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Purnama</a:t>
            </a: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- 572392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—  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Butuh SPK untuk Pemilihan Lokasi?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Strategis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Pemilihan lokasi cabang berdampak jangka panjang terhadap biaya operasional, omzet, dan daya saing.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Kriteria Bertentangan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sewa rendah vs aksesibilitas tinggi, potensi pasar besar vs tingkat persaingan, dll.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931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Subjektivitas Tinggi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metode formal, keputusan mudah bias dan sulit dipertanggungjawabkan.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5120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Butuh Ranking Objektif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menghasilkan prioritas lokasi secara terstruktur, transparan, dan dapat diulang.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—  TUJUAN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Pengembangan Sistem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aplikasi SPK berbasis web untuk pemilihan lokasi cabang baru secara interaktif.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Mengimplementasikan metode AHP untuk menghasilkan bobot kriteria yang konsisten.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Mengimplementasikan metode TOPSIS untuk menghasilkan ranking lokasi yang optimal.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2940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Menyediakan antarmuka yang mudah digunakan (UI/UX) bagi pengambil keputusan.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Hierarchy Process (AHP)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Dikembangkan oleh Prof. Thomas L. Saaty (1980). Metode untuk menguraikan masalah kompleks menjadi hierarki dan menghasilkan bobot prioritas melalui pairwise comparison.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Decomposition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 hierarki: Goal → Kriteria → Alternatif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Comparative Judgement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comparison dengan skala 1–9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Synthesis of Priority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 bobot (priority vector) tiap elemen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9202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Consistency 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≤ 0.1 → penilaian konsisten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Perbandingan Berpasangan (Saaty)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6424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Intensitas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 penting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Sedikit lebih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Lebih penting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Sangat lebih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Mutlak penting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LANDASAN TEORI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for Order Preference by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to Ideal Solution (TOPSIS)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ranking yang memilih alternatif berdasarkan kedekatan dengan solusi ideal positif (A+) dan kejauhan dari solusi ideal negatif (A−).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Normalisasi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keputusan dinormalisasi secara vektor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Bobot × Normal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Kalikan dengan bobot kriteria (dari AHP)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+ / 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749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A+ (ideal) dan A− (anti-ideal)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Jarak D+ / D−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4526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 jarak Euclidean ke A+ dan A−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303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D− / (D+ + D−) → ranking tertinggi terbaik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—  KRITERIA &amp; ALTERNATIF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Penilaian Lokasi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389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Sewa / Investasi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Semakin rendah biaya, semakin baik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18320" y="148132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0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58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Aksesibilitas &amp; Transportasi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akses &amp; moda transportasi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235000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200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Potensi Pasar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&amp; daya beli konsumen potensial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321868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995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 Persaingan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Semakin sedikit kompetitor, semakin baik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0" y="408736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18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937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864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&amp; Fasilitas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Ketersediaan utilitas &amp; fasilitas pendukung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18320" y="4956048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1832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—  KRITERIA &amp; ALTERNATIF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Alternatif Lokasi (Contoh)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64592" cy="1965960"/>
          </a:xfrm>
          <a:prstGeom prst="roundRect">
            <a:avLst>
              <a:gd name="adj" fmla="val 2777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Kota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sangat baik, pasar besar, biaya tinggi, kompetisi ketat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164592" cy="1965960"/>
          </a:xfrm>
          <a:prstGeom prst="roundRect">
            <a:avLst>
              <a:gd name="adj" fmla="val 2777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Perkantoran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baik, pasar menengah-atas, biaya sedang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64592" cy="1965960"/>
          </a:xfrm>
          <a:prstGeom prst="roundRect">
            <a:avLst>
              <a:gd name="adj" fmla="val 2777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Pinggir Kota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rendah, akses terbatas, pasar kecil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3566160"/>
            <a:ext cx="164592" cy="1965960"/>
          </a:xfrm>
          <a:prstGeom prst="roundRect">
            <a:avLst>
              <a:gd name="adj" fmla="val 2777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Dekat Kampus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muda besar, akses sedang, biaya menengah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—  ARSITEKTUR SISTEM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Aplikasi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92024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Kriteria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+ tipe Benefit/Cost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Pairwise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berpasangan + cek 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192024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780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Alternatif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lokasi yang dibandingkan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52360" y="164592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38160" y="192024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3816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8952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Keputusan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tiap lokasi vs kriteria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84080" y="1645920"/>
            <a:ext cx="2148840" cy="21945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69880" y="192024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6988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92124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TOPSIS Ranking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21240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ranking + visualisasi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800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CSS3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43400" y="4709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43400" y="4800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38160" y="470916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38160" y="4800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(Vanilla)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343400" y="5349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4340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Algorithm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138160" y="5349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13816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TOPSIS Algorithm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—  ANTARMUKA (UI/UX)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Antarmuka Aplikasi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Step-by-Step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langkah berurutan dengan indikator progres yang jelas agar pengguna tidak bingung.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Interaktif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perbandingan berpasangan real-time, otomatis menghitung kebalikan &amp; konsistensi.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Konsistensi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Menampilkan CI, CR, dan status konsistensi AHP secara langsung.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Visual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983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dengan badge, kartu pemenang, dan grafik batang preference value.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657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983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rapi di desktop maupun tablet menggunakan Bootstrap 5.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65760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6676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66760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Cetak &amp; Reset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cetak hasil dan mulai ulang perhitungan dengan mudah.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—  CONTOH HASIL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Perangkingan Lokasi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TERBAIK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A — Pusat Kota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Value (V) tertinggi berdasarkan kedekatan ke solusi ideal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3200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Lokasi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D−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 (V)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Lokasi A - Pusat Kota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Lokasi D - Dekat Kampus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Lokasi B - Area Perkantoran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Lokasi C - Pinggir Kota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0.xxxx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0.3xxx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8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—  KESIMPULAN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Manfaat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81912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SPK berhasil mengintegrasikan AHP (pembobotan) dan TOPSIS (ranking) dalam satu alur yang terstruktur.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dapat dengan mudah memasukkan kriteria, melakukan pairwise comparison, mengisi nilai, dan mendapatkan ranking secara otomatis.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319272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410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konsistensi AHP (CR ≤ 0.1) memastikan bobot yang digunakan dapat diandalkan.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ranking bersifat transparan dan dapat dipertanggungjawabkan, mendukung pengambilan keputusan lokasi cabang secara lebih objektif.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056632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148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wizard step-by-step + visualisasi grafik membuat sistem ramah pengguna bahkan bagi non-teknis.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656539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 · AHP + TOPSIS · Pemilihan Lokasi Cabang Baru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untuk demonstrasi aplikasi &amp; sesi tanya jawab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Pendukung Keputusan  ·  AHP + TOPSIS  ·  Pemilihan Lokasi Cabang Baru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1023</Words>
  <Application>Microsoft Macintosh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UGM / Computer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SPK Pemilihan Lokasi Cabang Baru - AHP + TOPSIS</dc:title>
  <dc:subject>PptxGenJS Presentation</dc:subject>
  <dc:creator>Sistem Pendukung Keputusan</dc:creator>
  <cp:lastModifiedBy>Andreas Anditya Purnama</cp:lastModifiedBy>
  <cp:revision>2</cp:revision>
  <dcterms:created xsi:type="dcterms:W3CDTF">2026-10-07T19:13:37Z</dcterms:created>
  <dcterms:modified xsi:type="dcterms:W3CDTF">2026-10-09T11:52:14Z</dcterms:modified>
</cp:coreProperties>
</file>